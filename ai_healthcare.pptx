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A8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4843" y="1549747"/>
            <a:ext cx="639416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spcAft>
                <a:spcPts val="200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Healthcare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3301901" y="2784128"/>
            <a:ext cx="2539901" cy="76200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74843" y="3241328"/>
            <a:ext cx="63941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Patient Care Through Innovation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34901" cy="514350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1444526" y="482501"/>
            <a:ext cx="0" cy="619125"/>
          </a:xfrm>
          <a:prstGeom prst="line">
            <a:avLst/>
          </a:prstGeom>
          <a:noFill/>
          <a:ln w="95250">
            <a:solidFill>
              <a:srgbClr val="FE4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46052" y="482501"/>
            <a:ext cx="676866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96901" y="1380976"/>
            <a:ext cx="712480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Imaging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96901" y="1803202"/>
            <a:ext cx="71248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algorithms can analyze X-rays, MRIs, and CT scans with remarkable accuracy, detecting abnormalities that might be missed by human eyes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96901" y="2539752"/>
            <a:ext cx="712480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Recognition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96901" y="2961977"/>
            <a:ext cx="71248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 identify disease patterns across millions of patient records, enabling earlier detection of conditions like cancer and heart disease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96901" y="3698528"/>
            <a:ext cx="712480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Speed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96901" y="4120753"/>
            <a:ext cx="71248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reduces diagnosis time from days to minutes, accelerating treatment and improving outcomes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34901" cy="5143500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1444526" y="482501"/>
            <a:ext cx="0" cy="619125"/>
          </a:xfrm>
          <a:prstGeom prst="line">
            <a:avLst/>
          </a:prstGeom>
          <a:noFill/>
          <a:ln w="95250">
            <a:solidFill>
              <a:srgbClr val="5EA8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46052" y="482501"/>
            <a:ext cx="676866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96901" y="1380976"/>
            <a:ext cx="712480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Medicine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96901" y="1803202"/>
            <a:ext cx="71248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analyzes genetic profiles and medical history to recommend tailored treatment plans, optimizing drug selection and dosages for individual patients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96901" y="2539752"/>
            <a:ext cx="712480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Discovery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96901" y="2961977"/>
            <a:ext cx="71248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accelerates pharmaceutical research by predicting interactions and identifying compounds, reducing development from years to months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96901" y="3698528"/>
            <a:ext cx="712480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Surgical Assistance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96901" y="4120753"/>
            <a:ext cx="71248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robotic systems provide precision guidance during procedures, minimizing invasiveness and improving recovery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34901" cy="51435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1444526" y="482501"/>
            <a:ext cx="0" cy="619125"/>
          </a:xfrm>
          <a:prstGeom prst="line">
            <a:avLst/>
          </a:prstGeom>
          <a:noFill/>
          <a:ln w="95250">
            <a:solidFill>
              <a:srgbClr val="FE4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46052" y="482501"/>
            <a:ext cx="676866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Care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96901" y="1380976"/>
            <a:ext cx="712480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Virtual Health Assistants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96901" y="1803202"/>
            <a:ext cx="71248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chatbots provide instant medical guidance, answer health questions, and triage symptoms to ensure patients receive appropriate care level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96901" y="2539752"/>
            <a:ext cx="712480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Patient Monitoring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96901" y="2961977"/>
            <a:ext cx="71248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devices and AI algorithms track vital signs continuously, alerting healthcare providers to concerning changes before emergencies occur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96901" y="3698528"/>
            <a:ext cx="712480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Healthcare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96901" y="4120753"/>
            <a:ext cx="71248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 forecast patient deterioration and readmission risks, enabling proactive interventions that prevent complications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5441" y="858887"/>
            <a:ext cx="751311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is Here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89099" y="1944737"/>
            <a:ext cx="7365802" cy="2339876"/>
          </a:xfrm>
          <a:prstGeom prst="roundRect">
            <a:avLst>
              <a:gd name="adj" fmla="val 43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33551" y="2325737"/>
            <a:ext cx="647689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2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revolutionizing healthcare by enhancing diagnostic accuracy, personalizing treatments, and improving patient outcomes across the entire care continuum.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51" y="3608338"/>
            <a:ext cx="64768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Together, we're building a healthier tomorrow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Healthcare</dc:title>
  <dc:subject>PptxGenJS Presentation</dc:subject>
  <dc:creator>AI Healthcare Presentation</dc:creator>
  <cp:lastModifiedBy>AI Healthcare Presentation</cp:lastModifiedBy>
  <cp:revision>1</cp:revision>
  <dcterms:created xsi:type="dcterms:W3CDTF">2025-12-10T13:44:00Z</dcterms:created>
  <dcterms:modified xsi:type="dcterms:W3CDTF">2025-12-10T13:44:00Z</dcterms:modified>
</cp:coreProperties>
</file>